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anva Sans" panose="020B0604020202020204" charset="0"/>
      <p:regular r:id="rId7"/>
    </p:embeddedFont>
    <p:embeddedFont>
      <p:font typeface="Open Sans" panose="020F0502020204030204" pitchFamily="3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63812" y="3569970"/>
            <a:ext cx="13760376" cy="2281132"/>
          </a:xfrm>
          <a:custGeom>
            <a:avLst/>
            <a:gdLst/>
            <a:ahLst/>
            <a:cxnLst/>
            <a:rect l="l" t="t" r="r" b="b"/>
            <a:pathLst>
              <a:path w="13760376" h="2281132">
                <a:moveTo>
                  <a:pt x="0" y="0"/>
                </a:moveTo>
                <a:lnTo>
                  <a:pt x="13760376" y="0"/>
                </a:lnTo>
                <a:lnTo>
                  <a:pt x="13760376" y="2281132"/>
                </a:lnTo>
                <a:lnTo>
                  <a:pt x="0" y="22811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915" t="-745614" r="-145096" b="-20630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369338" y="534065"/>
            <a:ext cx="3178378" cy="989270"/>
          </a:xfrm>
          <a:custGeom>
            <a:avLst/>
            <a:gdLst/>
            <a:ahLst/>
            <a:cxnLst/>
            <a:rect l="l" t="t" r="r" b="b"/>
            <a:pathLst>
              <a:path w="3178378" h="989270">
                <a:moveTo>
                  <a:pt x="0" y="0"/>
                </a:moveTo>
                <a:lnTo>
                  <a:pt x="3178378" y="0"/>
                </a:lnTo>
                <a:lnTo>
                  <a:pt x="3178378" y="989270"/>
                </a:lnTo>
                <a:lnTo>
                  <a:pt x="0" y="9892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14740284" y="408254"/>
            <a:ext cx="3178378" cy="1115081"/>
          </a:xfrm>
          <a:custGeom>
            <a:avLst/>
            <a:gdLst/>
            <a:ahLst/>
            <a:cxnLst/>
            <a:rect l="l" t="t" r="r" b="b"/>
            <a:pathLst>
              <a:path w="3178378" h="1115081">
                <a:moveTo>
                  <a:pt x="0" y="0"/>
                </a:moveTo>
                <a:lnTo>
                  <a:pt x="3178378" y="0"/>
                </a:lnTo>
                <a:lnTo>
                  <a:pt x="3178378" y="1115081"/>
                </a:lnTo>
                <a:lnTo>
                  <a:pt x="0" y="1115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958527" y="422275"/>
            <a:ext cx="14370946" cy="1917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99"/>
              </a:lnSpc>
            </a:pPr>
            <a:r>
              <a:rPr lang="en-US" sz="39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Projet Système :</a:t>
            </a:r>
          </a:p>
          <a:p>
            <a:pPr algn="ctr">
              <a:lnSpc>
                <a:spcPts val="7999"/>
              </a:lnSpc>
            </a:pPr>
            <a:r>
              <a:rPr lang="en-US" sz="39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Implementation d’un teminal Shell en 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86466" y="7319222"/>
            <a:ext cx="1306768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Driss HAMADOU        Julien TAP      Issam CHAFIQ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91009" y="8920480"/>
            <a:ext cx="5305981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Encadrant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Djamel AMIR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85791" y="7349161"/>
            <a:ext cx="11516418" cy="1909139"/>
          </a:xfrm>
          <a:custGeom>
            <a:avLst/>
            <a:gdLst/>
            <a:ahLst/>
            <a:cxnLst/>
            <a:rect l="l" t="t" r="r" b="b"/>
            <a:pathLst>
              <a:path w="11516418" h="1909139">
                <a:moveTo>
                  <a:pt x="0" y="0"/>
                </a:moveTo>
                <a:lnTo>
                  <a:pt x="11516418" y="0"/>
                </a:lnTo>
                <a:lnTo>
                  <a:pt x="11516418" y="1909139"/>
                </a:lnTo>
                <a:lnTo>
                  <a:pt x="0" y="19091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915" t="-745614" r="-145096" b="-20630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6841391" y="667385"/>
            <a:ext cx="4664809" cy="646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u="sng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Objectifs</a:t>
            </a:r>
            <a:r>
              <a:rPr lang="en-US" sz="3799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du </a:t>
            </a:r>
            <a:r>
              <a:rPr lang="en-US" sz="3799" u="sng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Projet</a:t>
            </a:r>
            <a:r>
              <a:rPr lang="en-US" sz="3799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57732" y="2163166"/>
            <a:ext cx="12772535" cy="4883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Créer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un Shell avec des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fonctionnalités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basiques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Lancer un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programme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avec ./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Les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commandes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cd, ls, ...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Gestion entrées/sorties ( &lt; &gt; )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Gestion pipes ( | )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Mettre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un processus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foreground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background ( &amp; 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88508" y="327494"/>
            <a:ext cx="3910984" cy="9632011"/>
          </a:xfrm>
          <a:custGeom>
            <a:avLst/>
            <a:gdLst/>
            <a:ahLst/>
            <a:cxnLst/>
            <a:rect l="l" t="t" r="r" b="b"/>
            <a:pathLst>
              <a:path w="3910984" h="9632011">
                <a:moveTo>
                  <a:pt x="0" y="0"/>
                </a:moveTo>
                <a:lnTo>
                  <a:pt x="3910984" y="0"/>
                </a:lnTo>
                <a:lnTo>
                  <a:pt x="3910984" y="9632012"/>
                </a:lnTo>
                <a:lnTo>
                  <a:pt x="0" y="9632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028978" y="667385"/>
            <a:ext cx="4762222" cy="646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Structure du </a:t>
            </a:r>
            <a:r>
              <a:rPr lang="en-US" sz="3799" u="sng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projet</a:t>
            </a:r>
            <a:r>
              <a:rPr lang="en-US" sz="3799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id="5" name="Freeform 5"/>
          <p:cNvSpPr/>
          <p:nvPr/>
        </p:nvSpPr>
        <p:spPr>
          <a:xfrm>
            <a:off x="14687821" y="2088862"/>
            <a:ext cx="2384578" cy="2384578"/>
          </a:xfrm>
          <a:custGeom>
            <a:avLst/>
            <a:gdLst/>
            <a:ahLst/>
            <a:cxnLst/>
            <a:rect l="l" t="t" r="r" b="b"/>
            <a:pathLst>
              <a:path w="2384578" h="2384578">
                <a:moveTo>
                  <a:pt x="0" y="0"/>
                </a:moveTo>
                <a:lnTo>
                  <a:pt x="2384579" y="0"/>
                </a:lnTo>
                <a:lnTo>
                  <a:pt x="2384579" y="2384579"/>
                </a:lnTo>
                <a:lnTo>
                  <a:pt x="0" y="2384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14687821" y="5548967"/>
            <a:ext cx="2384578" cy="2384578"/>
          </a:xfrm>
          <a:custGeom>
            <a:avLst/>
            <a:gdLst/>
            <a:ahLst/>
            <a:cxnLst/>
            <a:rect l="l" t="t" r="r" b="b"/>
            <a:pathLst>
              <a:path w="2384578" h="2384578">
                <a:moveTo>
                  <a:pt x="0" y="0"/>
                </a:moveTo>
                <a:lnTo>
                  <a:pt x="2384579" y="0"/>
                </a:lnTo>
                <a:lnTo>
                  <a:pt x="2384579" y="2384578"/>
                </a:lnTo>
                <a:lnTo>
                  <a:pt x="0" y="2384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719705"/>
            <a:ext cx="12772535" cy="478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Premiers pas avec Git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Découverte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 CMake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Manipulation de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pointeurs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et gestion de la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mémoire</a:t>
            </a: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Mise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place de redirections complexes 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Gestion des pipes multiples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Exécution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arrière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plan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Mettre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un processus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foreground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background ( &amp; 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4687821" y="2088862"/>
            <a:ext cx="2384578" cy="2384578"/>
          </a:xfrm>
          <a:custGeom>
            <a:avLst/>
            <a:gdLst/>
            <a:ahLst/>
            <a:cxnLst/>
            <a:rect l="l" t="t" r="r" b="b"/>
            <a:pathLst>
              <a:path w="2384578" h="2384578">
                <a:moveTo>
                  <a:pt x="0" y="0"/>
                </a:moveTo>
                <a:lnTo>
                  <a:pt x="2384579" y="0"/>
                </a:lnTo>
                <a:lnTo>
                  <a:pt x="2384579" y="2384579"/>
                </a:lnTo>
                <a:lnTo>
                  <a:pt x="0" y="2384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14687821" y="5548967"/>
            <a:ext cx="2384578" cy="2384578"/>
          </a:xfrm>
          <a:custGeom>
            <a:avLst/>
            <a:gdLst/>
            <a:ahLst/>
            <a:cxnLst/>
            <a:rect l="l" t="t" r="r" b="b"/>
            <a:pathLst>
              <a:path w="2384578" h="2384578">
                <a:moveTo>
                  <a:pt x="0" y="0"/>
                </a:moveTo>
                <a:lnTo>
                  <a:pt x="2384579" y="0"/>
                </a:lnTo>
                <a:lnTo>
                  <a:pt x="2384579" y="2384578"/>
                </a:lnTo>
                <a:lnTo>
                  <a:pt x="0" y="23845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6459796" y="667385"/>
            <a:ext cx="5427404" cy="635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u="sng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Difficultés</a:t>
            </a:r>
            <a:r>
              <a:rPr lang="en-US" sz="3799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799" u="sng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rencontrées</a:t>
            </a:r>
            <a:endParaRPr lang="en-US" sz="3799" u="sng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8274" y="667385"/>
            <a:ext cx="4951452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u="sng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Répartition</a:t>
            </a:r>
            <a:r>
              <a:rPr lang="en-US" sz="3799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du travail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17317" y="5033645"/>
            <a:ext cx="5151205" cy="598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Driss : 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CMake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Main.c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Parsing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Fonctions Système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Gestion de fichiers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568398" y="5033645"/>
            <a:ext cx="5151205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Julien : 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Array Dynamique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Background /Foreground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619726" y="5033645"/>
            <a:ext cx="5151205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Issam : 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Entrées/Sorties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Pipes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Tenue du journal de bord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757732" y="2163166"/>
            <a:ext cx="12772535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Tout le monde a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travaillé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sur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tous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les aspects</a:t>
            </a: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peut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cependant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noter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quelques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spécialisations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apparues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167</Words>
  <Application>Microsoft Office PowerPoint</Application>
  <PresentationFormat>Personnalisé</PresentationFormat>
  <Paragraphs>50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Canva Sans</vt:lpstr>
      <vt:lpstr>Open Sans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Projet OS</dc:title>
  <cp:lastModifiedBy>Driss Hamadou</cp:lastModifiedBy>
  <cp:revision>2</cp:revision>
  <dcterms:created xsi:type="dcterms:W3CDTF">2006-08-16T00:00:00Z</dcterms:created>
  <dcterms:modified xsi:type="dcterms:W3CDTF">2025-05-06T18:07:36Z</dcterms:modified>
  <dc:identifier>DAGmpxbvgps</dc:identifier>
</cp:coreProperties>
</file>